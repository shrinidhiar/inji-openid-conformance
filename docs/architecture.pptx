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Calibri"/>
              </a:rPr>
              <a:t>Original runner on main: Architecture (existing-environment 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573"/>
                </a:solidFill>
                <a:latin typeface="Calibri"/>
              </a:rPr>
              <a:t>Main-era view: you start Certify and Verify yourself. The full-stack path on branch e2e-full-run is on the next slide.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25880"/>
            <a:ext cx="3200400" cy="489204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91440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Host (this repository)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325880"/>
            <a:ext cx="3017520" cy="489204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91440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Docker Compose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325880"/>
            <a:ext cx="2514600" cy="489204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91440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System under 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83464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docker/configs/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certify-issuer-config.json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verify-verifier-config.json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2834640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9050">
            <a:solidFill>
              <a:srgbClr val="2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scripts/conformance_runner.py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Python + requests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--component certify | verify | --combined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120640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conformance-results.json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JSON summary, git-ignored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356616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AF6EE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Conformance Suite server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registry.gitlab.com/openid/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conformance-suite  :8080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51206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EAF6EE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MongoDB 6.0  :27017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volume: mongo_data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920240"/>
            <a:ext cx="2148840" cy="146304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Certify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issuer, :8081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certify.local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4297680"/>
            <a:ext cx="2148840" cy="146304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Verify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verifier, :8082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verify.local</a:t>
            </a:r>
          </a:p>
        </p:txBody>
      </p:sp>
      <p:cxnSp>
        <p:nvCxnSpPr>
          <p:cNvPr id="14" name="Connector 13"/>
          <p:cNvCxnSpPr>
            <a:stCxn id="7" idx="2"/>
            <a:endCxn id="8" idx="0"/>
          </p:cNvCxnSpPr>
          <p:nvPr/>
        </p:nvCxnSpPr>
        <p:spPr>
          <a:xfrm flipH="1">
            <a:off x="1965960" y="3108960"/>
            <a:ext cx="0" cy="45720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84831" y="3200400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>
                <a:solidFill>
                  <a:srgbClr val="1F2937"/>
                </a:solidFill>
                <a:latin typeface="Consolas"/>
              </a:rPr>
              <a:t>load JSON</a:t>
            </a:r>
          </a:p>
        </p:txBody>
      </p:sp>
      <p:cxnSp>
        <p:nvCxnSpPr>
          <p:cNvPr id="16" name="Connector 15"/>
          <p:cNvCxnSpPr>
            <a:stCxn id="8" idx="2"/>
            <a:endCxn id="9" idx="0"/>
          </p:cNvCxnSpPr>
          <p:nvPr/>
        </p:nvCxnSpPr>
        <p:spPr>
          <a:xfrm flipH="1">
            <a:off x="1965960" y="4754880"/>
            <a:ext cx="0" cy="36576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84831" y="4800600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>
                <a:solidFill>
                  <a:srgbClr val="1F2937"/>
                </a:solidFill>
                <a:latin typeface="Consolas"/>
              </a:rPr>
              <a:t>write results</a:t>
            </a:r>
          </a:p>
        </p:txBody>
      </p:sp>
      <p:cxnSp>
        <p:nvCxnSpPr>
          <p:cNvPr id="18" name="Connector 17"/>
          <p:cNvCxnSpPr>
            <a:stCxn id="8" idx="3"/>
            <a:endCxn id="10" idx="1"/>
          </p:cNvCxnSpPr>
          <p:nvPr/>
        </p:nvCxnSpPr>
        <p:spPr>
          <a:xfrm flipV="1">
            <a:off x="3383280" y="4160520"/>
            <a:ext cx="1920240" cy="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11880" y="4005072"/>
            <a:ext cx="13716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GET  /api/plan</a:t>
            </a:r>
          </a:p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POST /api/plan</a:t>
            </a:r>
          </a:p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POST /api/runner</a:t>
            </a:r>
          </a:p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GET  /api/log/{id}</a:t>
            </a:r>
          </a:p>
        </p:txBody>
      </p:sp>
      <p:cxnSp>
        <p:nvCxnSpPr>
          <p:cNvPr id="20" name="Connector 19"/>
          <p:cNvCxnSpPr>
            <a:stCxn id="10" idx="2"/>
            <a:endCxn id="11" idx="0"/>
          </p:cNvCxnSpPr>
          <p:nvPr/>
        </p:nvCxnSpPr>
        <p:spPr>
          <a:xfrm flipH="1">
            <a:off x="6537960" y="4754880"/>
            <a:ext cx="0" cy="365760"/>
          </a:xfrm>
          <a:prstGeom prst="line">
            <a:avLst/>
          </a:prstGeom>
          <a:ln w="25400">
            <a:solidFill>
              <a:srgbClr val="37415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0" y="4773168"/>
            <a:ext cx="1143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>
                <a:solidFill>
                  <a:srgbClr val="1F2937"/>
                </a:solidFill>
                <a:latin typeface="Consolas"/>
              </a:rPr>
              <a:t>Mongo URI</a:t>
            </a:r>
          </a:p>
        </p:txBody>
      </p:sp>
      <p:cxnSp>
        <p:nvCxnSpPr>
          <p:cNvPr id="22" name="Connector 21"/>
          <p:cNvCxnSpPr>
            <a:stCxn id="10" idx="3"/>
            <a:endCxn id="12" idx="1"/>
          </p:cNvCxnSpPr>
          <p:nvPr/>
        </p:nvCxnSpPr>
        <p:spPr>
          <a:xfrm flipV="1">
            <a:off x="7772400" y="2651760"/>
            <a:ext cx="1737360" cy="150876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0" idx="3"/>
            <a:endCxn id="13" idx="1"/>
          </p:cNvCxnSpPr>
          <p:nvPr/>
        </p:nvCxnSpPr>
        <p:spPr>
          <a:xfrm>
            <a:off x="7772400" y="4160520"/>
            <a:ext cx="1737360" cy="86868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92440" y="3154680"/>
            <a:ext cx="109728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OpenID4VCI</a:t>
            </a:r>
          </a:p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issuer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434840"/>
            <a:ext cx="109728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OpenID4VP</a:t>
            </a:r>
          </a:p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verifier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474720"/>
            <a:ext cx="228600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>
                <a:solidFill>
                  <a:srgbClr val="1F2937"/>
                </a:solidFill>
                <a:latin typeface="Consolas"/>
              </a:rPr>
              <a:t>started separately;</a:t>
            </a:r>
          </a:p>
          <a:p>
            <a:pPr algn="ctr"/>
            <a:r>
              <a:rPr sz="900">
                <a:solidFill>
                  <a:srgbClr val="1F2937"/>
                </a:solidFill>
                <a:latin typeface="Consolas"/>
              </a:rPr>
              <a:t>URLs set in the configs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5833872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>
                <a:solidFill>
                  <a:srgbClr val="1F2937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Calibri"/>
              </a:rPr>
              <a:t>Full-stack native run (branch e2e-full-run):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6573"/>
                </a:solidFill>
                <a:latin typeface="Calibri"/>
              </a:rPr>
              <a:t>One command boots one disposable stack and runs the selected happy-flow modules. Not full official plans, not certification.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25880"/>
            <a:ext cx="3200400" cy="3566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Host harness (CI runner or scratch Linux box)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1325880"/>
            <a:ext cx="4023360" cy="3566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One owned stack (Docker Compose, loopback)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325880"/>
            <a:ext cx="3139440" cy="3566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Evidence (public part audited)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834640" cy="960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run-full-stack-conformance.sh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--component certify | verify | --combined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--approve-runtime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2834640" cy="960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run_combined.py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owned lifecycle, selected modules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exact cleanup of what it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283464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api-testrig TestNG class per module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native Extent + TestNG XML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9050">
            <a:solidFill>
              <a:srgbClr val="3B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OpenID suite + Mongo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official suite, pinned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Certify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pinned 8fdf716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issuer under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Verify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pinned 4c42890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verifier under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803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eSignet + mock identity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TLS 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977640"/>
            <a:ext cx="3657600" cy="73152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19050">
            <a:solidFill>
              <a:srgbClr val="3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Local MinIO (source-built, pinned)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native reports uploaded, hashes read 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783080"/>
            <a:ext cx="277368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combined-results.json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status, failed conditions, req ids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2606040"/>
            <a:ext cx="277368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native reports + S3 receipt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TestNG XML, Extent HTML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3429000"/>
            <a:ext cx="277368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cleanup.json (cleanup_verified)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hosts restored, nothing left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4251960"/>
            <a:ext cx="2773680" cy="4572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audit_evidence.py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public files only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3108960"/>
            <a:ext cx="548640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8160" y="3108960"/>
            <a:ext cx="548640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5760" y="5029200"/>
            <a:ext cx="1146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Recorded outcomes on hosted runners (selected happy flows)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349240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B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Certify: module FAILED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suite check EnsureHttpStatusCodeIsAnyOf (OID4VCI-1FINAL-8.3)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root cause not established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5349240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Verify: REVIEW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needs a human decision (revocation list WARNING)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project PNG is not native Verify 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5349240"/>
            <a:ext cx="3688080" cy="914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Not run on hosted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Verify-only via script, full official plans,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expected-failure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355080"/>
            <a:ext cx="1146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573"/>
                </a:solidFill>
                <a:latin typeface="Calibri"/>
              </a:rPr>
              <a:t>Certify-only and combined Certify + Verify: each proven end to end through the one-command script (default all). Combined needs review settings for Verify.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